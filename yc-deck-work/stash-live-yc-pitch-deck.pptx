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4f056360a4e28" /><Relationship Type="http://schemas.openxmlformats.org/officeDocument/2006/relationships/extended-properties" Target="/docProps/app.xml" Id="Rebbab52f642c4ced" /><Relationship Type="http://schemas.openxmlformats.org/officeDocument/2006/relationships/officeDocument" Target="/ppt/presentation.xml" Id="R42ba3c9e944a47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ab654a6da4508"/>
  </p:sldMasterIdLst>
  <p:notesMasterIdLst>
    <p:notesMasterId xmlns:r="http://schemas.openxmlformats.org/officeDocument/2006/relationships" r:id="R1578848aa5d34f6a"/>
  </p:notesMasterIdLst>
  <p:sldIdLst>
    <p:sldId xmlns:r="http://schemas.openxmlformats.org/officeDocument/2006/relationships" id="256" r:id="R35f18ef3c1604c1d"/>
    <p:sldId xmlns:r="http://schemas.openxmlformats.org/officeDocument/2006/relationships" id="257" r:id="Rdb0c6983b8084129"/>
    <p:sldId xmlns:r="http://schemas.openxmlformats.org/officeDocument/2006/relationships" id="258" r:id="R986c4c87af864c8c"/>
    <p:sldId xmlns:r="http://schemas.openxmlformats.org/officeDocument/2006/relationships" id="259" r:id="Rcbf5a5f7f9fc4167"/>
    <p:sldId xmlns:r="http://schemas.openxmlformats.org/officeDocument/2006/relationships" id="260" r:id="R394804b0540b43af"/>
    <p:sldId xmlns:r="http://schemas.openxmlformats.org/officeDocument/2006/relationships" id="261" r:id="R4b611a6a477e4d8a"/>
    <p:sldId xmlns:r="http://schemas.openxmlformats.org/officeDocument/2006/relationships" id="262" r:id="R2bec164d379c429a"/>
    <p:sldId xmlns:r="http://schemas.openxmlformats.org/officeDocument/2006/relationships" id="263" r:id="R2c0969a8903a4bc6"/>
    <p:sldId xmlns:r="http://schemas.openxmlformats.org/officeDocument/2006/relationships" id="264" r:id="R246a54b2348c44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95c73dd70c4940" /><Relationship Type="http://schemas.openxmlformats.org/officeDocument/2006/relationships/slideMaster" Target="/ppt/slideMasters/slideMaster1.xml" Id="R0fdab654a6da4508" /><Relationship Type="http://schemas.openxmlformats.org/officeDocument/2006/relationships/notesMaster" Target="/ppt/notesMasters/notesMaster1.xml" Id="R1578848aa5d34f6a" /><Relationship Type="http://schemas.openxmlformats.org/officeDocument/2006/relationships/presProps" Target="/ppt/presProps.xml" Id="Rff7567b4d6fb4409" /><Relationship Type="http://schemas.openxmlformats.org/officeDocument/2006/relationships/tableStyles" Target="/ppt/tableStyles.xml" Id="R6b4a5e79f16345f0" /><Relationship Type="http://schemas.openxmlformats.org/officeDocument/2006/relationships/slide" Target="/ppt/slides/slide1.xml" Id="R35f18ef3c1604c1d" /><Relationship Type="http://schemas.openxmlformats.org/officeDocument/2006/relationships/slide" Target="/ppt/slides/slide2.xml" Id="Rdb0c6983b8084129" /><Relationship Type="http://schemas.openxmlformats.org/officeDocument/2006/relationships/slide" Target="/ppt/slides/slide3.xml" Id="R986c4c87af864c8c" /><Relationship Type="http://schemas.openxmlformats.org/officeDocument/2006/relationships/slide" Target="/ppt/slides/slide4.xml" Id="Rcbf5a5f7f9fc4167" /><Relationship Type="http://schemas.openxmlformats.org/officeDocument/2006/relationships/slide" Target="/ppt/slides/slide5.xml" Id="R394804b0540b43af" /><Relationship Type="http://schemas.openxmlformats.org/officeDocument/2006/relationships/slide" Target="/ppt/slides/slide6.xml" Id="R4b611a6a477e4d8a" /><Relationship Type="http://schemas.openxmlformats.org/officeDocument/2006/relationships/slide" Target="/ppt/slides/slide7.xml" Id="R2bec164d379c429a" /><Relationship Type="http://schemas.openxmlformats.org/officeDocument/2006/relationships/slide" Target="/ppt/slides/slide8.xml" Id="R2c0969a8903a4bc6" /><Relationship Type="http://schemas.openxmlformats.org/officeDocument/2006/relationships/slide" Target="/ppt/slides/slide9.xml" Id="R246a54b2348c44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0c5a79f2fe49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720ff534d041da" /><Relationship Type="http://schemas.openxmlformats.org/officeDocument/2006/relationships/notesMaster" Target="/ppt/notesMasters/notesMaster1.xml" Id="Rce0e5fca2143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a48c8327946a9" /><Relationship Type="http://schemas.openxmlformats.org/officeDocument/2006/relationships/notesMaster" Target="/ppt/notesMasters/notesMaster1.xml" Id="Ref337cbd85154e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45178a67de475c" /><Relationship Type="http://schemas.openxmlformats.org/officeDocument/2006/relationships/notesMaster" Target="/ppt/notesMasters/notesMaster1.xml" Id="R0d423e2642e840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213e6fe32746ab" /><Relationship Type="http://schemas.openxmlformats.org/officeDocument/2006/relationships/notesMaster" Target="/ppt/notesMasters/notesMaster1.xml" Id="R01944fe2ae6240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aadf8327d64017" /><Relationship Type="http://schemas.openxmlformats.org/officeDocument/2006/relationships/notesMaster" Target="/ppt/notesMasters/notesMaster1.xml" Id="Rc82c81ccbdc8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ed097ea6ef4906" /><Relationship Type="http://schemas.openxmlformats.org/officeDocument/2006/relationships/notesMaster" Target="/ppt/notesMasters/notesMaster1.xml" Id="Rceed3311dd0548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8038c82a8145c9" /><Relationship Type="http://schemas.openxmlformats.org/officeDocument/2006/relationships/notesMaster" Target="/ppt/notesMasters/notesMaster1.xml" Id="R61da4b7e6feb49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2c8648ab184b29" /><Relationship Type="http://schemas.openxmlformats.org/officeDocument/2006/relationships/notesMaster" Target="/ppt/notesMasters/notesMaster1.xml" Id="R17a43616b6a844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e9a912c25d40c7" /><Relationship Type="http://schemas.openxmlformats.org/officeDocument/2006/relationships/notesMaster" Target="/ppt/notesMasters/notesMaster1.xml" Id="R16b706c3c34643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e6f2bf6f042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1fa7252ef473d" /><Relationship Type="http://schemas.openxmlformats.org/officeDocument/2006/relationships/slideLayout" Target="/ppt/slideLayouts/slideLayout1.xml" Id="R15fc5fcff6604b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fc5fcff6604b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c8e1cc9d54285" /><Relationship Type="http://schemas.openxmlformats.org/officeDocument/2006/relationships/notesSlide" Target="/ppt/notesSlides/notesSlide1.xml" Id="Rbf0075ff13174d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b0d414b9b4b92" /><Relationship Type="http://schemas.openxmlformats.org/officeDocument/2006/relationships/notesSlide" Target="/ppt/notesSlides/notesSlide2.xml" Id="R9c2db9dd079148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df1def5c746f5" /><Relationship Type="http://schemas.openxmlformats.org/officeDocument/2006/relationships/notesSlide" Target="/ppt/notesSlides/notesSlide3.xml" Id="Reb5daf4df8d84d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4a5a814c44780" /><Relationship Type="http://schemas.openxmlformats.org/officeDocument/2006/relationships/notesSlide" Target="/ppt/notesSlides/notesSlide4.xml" Id="Rd352521f4b9548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186cd700841e6" /><Relationship Type="http://schemas.openxmlformats.org/officeDocument/2006/relationships/notesSlide" Target="/ppt/notesSlides/notesSlide5.xml" Id="Rf6323b8f4a024d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95ca0b1514169" /><Relationship Type="http://schemas.openxmlformats.org/officeDocument/2006/relationships/notesSlide" Target="/ppt/notesSlides/notesSlide6.xml" Id="R6e51005d400a48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e83251e054b1f" /><Relationship Type="http://schemas.openxmlformats.org/officeDocument/2006/relationships/notesSlide" Target="/ppt/notesSlides/notesSlide7.xml" Id="R3b63c078f03f44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a108a998e4492" /><Relationship Type="http://schemas.openxmlformats.org/officeDocument/2006/relationships/notesSlide" Target="/ppt/notesSlides/notesSlide8.xml" Id="R5f5320acf5884b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6fd2429d9461c" /><Relationship Type="http://schemas.openxmlformats.org/officeDocument/2006/relationships/notesSlide" Target="/ppt/notesSlides/notesSlide9.xml" Id="R7cd1a38a94ef49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CB024-0DDF-42D6-9953-37872BAD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STASH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C1C46-C813-4F45-9BB5-16D5300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42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Make the important</a:t>
            </a:r>
          </a:p>
          <a:p xmlns:a="http://schemas.openxmlformats.org/drawingml/2006/main">
            <a:r>
              <a:rPr sz="42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point impossible to miss.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FFAA1-57F4-4C13-882F-BA87B191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Contextual visual reinforcement for live conversations.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AE209-ABAA-4882-867E-4851B05C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4229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B85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01660-B78D-4F92-9AA6-1D4F1915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YC APPLICATION  ·  PRE-TRACTION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302AC-3FA7-4977-810B-816BD690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1A1512"/>
                </a:solidFill>
                <a:latin typeface="Aptos"/>
                <a:ea typeface="Aptos"/>
                <a:cs typeface="Aptos"/>
              </a:rPr>
              <a:t>A voice-triggered layer that surfaces the right proof point</a:t>
            </a:r>
          </a:p>
          <a:p xmlns:a="http://schemas.openxmlformats.org/drawingml/2006/main">
            <a:r>
              <a:rPr sz="1500" b="0">
                <a:solidFill>
                  <a:srgbClr val="1A1512"/>
                </a:solidFill>
                <a:latin typeface="Aptos"/>
                <a:ea typeface="Aptos"/>
                <a:cs typeface="Aptos"/>
              </a:rPr>
              <a:t>while the presenter keeps talking.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1F371-0096-4AA7-8918-929EA5D0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2571750" cy="3619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371A4-D86A-4C2C-A80A-D863CF0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“99.99%</a:t>
            </a:r>
          </a:p>
          <a:p xmlns:a="http://schemas.openxmlformats.org/drawingml/2006/main">
            <a:r>
              <a:rPr sz="255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uptime”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71E54-3238-406D-A34C-F35C9FD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appears when</a:t>
            </a:r>
          </a:p>
          <a:p xmlns:a="http://schemas.openxmlformats.org/drawingml/2006/main">
            <a:r>
              <a:rPr sz="135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the presenter says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F5F63-EF45-4DD7-8BA3-0801ECEB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291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live proof  /  low interruption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04A9D-2D3E-4F29-9192-D9169287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48B2F-DFE2-4816-A2BF-11E485A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0234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8AA6F-60C5-4B0F-BA4D-EC966477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1A51D-A922-431A-AC06-F8C1141D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Meetings do not lack information. They lack timing.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C0FE8-882F-4E80-8317-E32F8BED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The data exists. The presenter has to find it at the exact moment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2F2DF-AEDB-44AF-A526-6E57654B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C7BB2-223F-45D5-BD5A-32C26970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15CA8-F692-4780-B58B-920A3817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A claim is spoken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5A1FC-FB1D-42D7-AF9D-3A4B85A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“Our uptime is 99.99%.”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5B448-D01D-488B-B764-3F372FAD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04A44-6721-473E-9D48-A94AB3F2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09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DB75E-CFEE-4B8E-BCAF-ACE6531A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29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The presenter</a:t>
            </a:r>
          </a:p>
          <a:p xmlns:a="http://schemas.openxmlformats.org/drawingml/2006/main">
            <a:r>
              <a:rPr sz="21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leaves the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06263-BA4B-43CF-B538-65FE9680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30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search · switch tabs ·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4BD19-6333-4963-84BA-C3590AE7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ED5ED-BCE0-40A5-8014-B19150E7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DCF7D-0640-4C14-8E21-2467293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One proof point</a:t>
            </a:r>
          </a:p>
          <a:p xmlns:a="http://schemas.openxmlformats.org/drawingml/2006/main">
            <a:r>
              <a:rPr sz="21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lands in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E78C3-50C3-442B-81D4-A5A67CC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without replacing the full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7434E-9E81-488B-819A-1DD71898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A1FC9-8321-413B-9E4F-1FDEC759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8589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A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34503-7BE4-44B8-9402-B7BF60C2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40FB2-C7C7-44BD-B747-86AA820C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The audience sees the signal.</a:t>
            </a:r>
          </a:p>
          <a:p xmlns:a="http://schemas.openxmlformats.org/drawingml/2006/main">
            <a:r>
              <a:rPr sz="30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The presenter keeps the 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B53A9-703B-4C7A-A633-F87BA68A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Stash Live listens for a topic, retrieves an approved visual, and places it briefly beside the speaker.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8163C-3EFB-49BD-848E-923B04B9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57EF7-DBC9-4188-B68E-CF34538C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B3C7D-C0A4-44F8-B4A0-D2C347F8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“security”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D57C6-0D98-43F0-A49F-65F75F5A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100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B85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496CD-0324-40DD-A29F-0FFBE5BF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2B913-D051-4265-AA11-5811A9A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E07B7-6DBE-48CF-8F62-A014BC35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Notion / CRM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03723-ACB5-4058-B04E-6E2EC3A0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B85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4CA0A-1F05-486F-9587-F142F433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68384-CC61-4FB4-90FE-049E738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1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APPROVED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96C72-8544-4433-B17A-2BB22C21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99.99%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D369F-6B52-4BB8-8B8A-11650696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uptime · SOC 2 ·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16DBA-1BB6-4BD8-B6DE-C036C2C7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BF9F6"/>
                </a:solidFill>
                <a:latin typeface="Aptos"/>
                <a:ea typeface="Aptos"/>
                <a:cs typeface="Aptos"/>
              </a:rPr>
              <a:t>No screen-share replacement. A contextual reinforcement layer.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472B6-B48D-487B-ADBF-18B58756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C9DBF-5E96-4789-87A4-5E6C50C0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7441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762EB-3F0C-4C82-BA2B-76580094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WHY THIS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9F372-DEA4-436B-9988-2BCF25A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Start with the people who repeat the moment every 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42C66-93EB-44CB-AE07-DC2ABFD3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Our working hypothesis: sales engineers and technical account executives at B2B SaaS companies.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D7ED3-1397-4D4F-81C9-95CB46F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8E4D9-E37D-4BDB-A2F5-D1C48EF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A1512"/>
                </a:solidFill>
                <a:latin typeface="Aptos"/>
                <a:ea typeface="Aptos"/>
                <a:cs typeface="Aptos"/>
              </a:rPr>
              <a:t>Sales engineer / technical 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09C18-2314-4F33-8C95-C4DC7F9B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F48B5-04CB-48C6-8538-6E229075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MOMENT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190B5-5256-4E9B-B5BA-6B91F0B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A1512"/>
                </a:solidFill>
                <a:latin typeface="Aptos"/>
                <a:ea typeface="Aptos"/>
                <a:cs typeface="Aptos"/>
              </a:rPr>
              <a:t>A live demo, QBR, or security 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10508-52A9-4573-85B8-A06A1715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662E9-11DB-4D75-B553-26AB228F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15D71-4BD0-4989-9BF4-8F842B80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A1512"/>
                </a:solidFill>
                <a:latin typeface="Aptos"/>
                <a:ea typeface="Aptos"/>
                <a:cs typeface="Aptos"/>
              </a:rPr>
              <a:t>Notion, CRM, demo knowledge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75BFB-F761-49E8-8F11-FF5785AD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EEA5D-9D1B-4F78-B4A8-56FC20E0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54B02-E1DA-467C-BD6D-A4C6CFC4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The right proof point appears without breaking the conversation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DCA0D-B6DB-4CA1-8283-5DC66E62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3B007-F308-4A1C-BACF-45CE5C8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38CA3-A041-4DCE-B18A-A8A2EB53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41273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2B037-F567-4AE7-98EB-8D8A5D0D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DIFFERENCE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2113-1370-428B-A4C5-28FAEA77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Full dashboards explain. Small cues reinforce.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EB588-2880-4320-99A6-DE1CD4BE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SCREEN SHARE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120F2-6A7F-484C-A1EF-F07635D0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Complete context</a:t>
            </a:r>
          </a:p>
          <a:p xmlns:a="http://schemas.openxmlformats.org/drawingml/2006/main">
            <a:r>
              <a:rPr sz="21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for deep inspection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AF6BF-91E8-4474-BBAF-FE9F89D9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STASH 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B15D4-7F15-4C0B-829B-7B5B11C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One relevant signal</a:t>
            </a:r>
          </a:p>
          <a:p xmlns:a="http://schemas.openxmlformats.org/drawingml/2006/main">
            <a:r>
              <a:rPr sz="21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at the right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BBFD5-2AA3-4D73-8947-F9CC1221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0" cy="2019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B85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85B5B-7C3E-4EDB-8C4B-2E79B1D6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The product is additive—not a new way to present everything.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85E60-57EC-43E3-9385-F2639E6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A92E2-B6DF-4790-9BF8-28A7FFC3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4900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AAAB2-EF0D-4913-8D82-AE89F9CF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WHAT EXISTS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CA912-501D-4D76-8B9C-5E6EF56B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The prototype already crosses the hard product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42BB5-EEE6-4164-AFAB-7D92CCF5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The next step is proving repeated value in real meetings.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C6B59-AF99-4935-B424-BD2DF048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9B240-68F8-4482-9557-17BAEDAB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LIVE MATCHING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B245D-A442-4AF0-8A3D-AC6A16DA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Transcript window, tiered matching, cooldowns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EA46D-4CE4-477E-B16C-F667B8F1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C5CB9-A6FB-4B79-B696-F5A8E7C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A6C6F-6E12-401B-B8E0-CC613861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RENDERING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89448-1B99-45EB-B205-3B416474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528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Editable card specs, canvas compositor, degradation ladder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5C3AF-067A-43BF-9DC1-2123AC92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8F23C-C7C8-4ADB-88BC-BC3D0D99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885F7-2442-48D1-AF8F-956DCC56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90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MEET 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60422-52BE-4156-A73A-1D0B6551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909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Chrome extension and webcam-feed 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218A2-F2F6-4388-994C-9392184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BEBD7-E509-4502-BA13-16BE25EB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EDA8D-8A7C-42CE-A573-2B40B137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WORKSPACE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6D0F3-9043-4EB6-AB61-3F0EAC4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29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Notion OAuth, sync, drafts, approval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708AD-5483-4CD0-BA66-C58F3215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4D621-56D5-4730-8E9B-4A9A76A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CF3FA-BDEC-442F-B587-D73DBB6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A7876-2D94-4DE8-A635-5147C804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673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Pairing, auth, dismiss, activity events, privacy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81DA2-48E9-4397-A768-DD1B7A92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9B48DF-BCFA-484D-8511-16A858A9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7927F-3E33-4FFC-98D5-ADC469BA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6951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39A9F-8C4C-4B54-9B24-26E51A38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HONEST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96666-5656-4FCB-B3E3-4869E97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We have zero customers—and that is the next thing to solve.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59915-597B-4D04-9685-F2F22E3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857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78774-2B2C-4109-9F48-79A19A60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CBE31-325F-4663-89D5-470081C9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5ECA1-75B3-4F2C-96E4-6DB72351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FBF28-2037-443F-A439-B8C69AD0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No invented traction. No vanity metrics.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BC176-5B4E-4768-9EE3-350D0CE7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857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177F4-5E56-4AFF-BDC3-5B33C8D8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NEXT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C7EB1-BA76-4586-BDA8-F9CCDEF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10 design partners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79030-243D-438F-B1A9-59B438AB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50 real meetings · repeated usage</a:t>
            </a:r>
          </a:p>
          <a:p xmlns:a="http://schemas.openxmlformats.org/drawingml/2006/main">
            <a:r>
              <a:rPr sz="135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measured trigger accuracy · willingness to 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CECDA-F45D-4914-946E-EC1933C8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27F3A-8536-4ABD-BBEE-006114F6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095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A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D3E49-089D-4987-BD1F-D2B63981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VALIDATION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8EB5-9B47-4747-BBEA-C1DB77DF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We will earn the right to broaden the market.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36693-501E-468C-B98B-26FAFBEA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B850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4C45B-DB10-49C2-AD45-C6981275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BF9F6"/>
                </a:solidFill>
                <a:latin typeface="Aptos"/>
                <a:ea typeface="Aptos"/>
                <a:cs typeface="Aptos"/>
              </a:rPr>
              <a:t>Interview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65DE5-08F0-499B-B6BD-33B30F78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10 sales engineers about their last five 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21FF8-8ED1-4A32-AC2C-65C66A94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956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B85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3F02C-6F8B-4755-BCBC-99209016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B850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C140E-4CB2-45ED-A5B9-0BEA7478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62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BF9F6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40BEB-133B-4BDD-BA96-BEB173F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0050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Watch the moments where they search or switch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7CE29-E4AA-4AC9-8C5A-82A0045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956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B85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FD4AC-2EA3-4DBF-AA32-A7B151EA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B850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2221E-2D97-4E96-9DA9-7DFCF73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BF9F6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9A95B-F8A6-49A5-8CF1-485CA412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Run Stash Live in real Google Meet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8D02F-8DF2-4FAC-A506-63A7A464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956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B85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5BC93-6C3A-4848-BDC6-6509AE01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B850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AAEDD-5714-40AC-AEDD-9F7C4DF5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62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BF9F6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0082E-F4A0-451F-83DA-B0F0F4A1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0050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Accuracy, repeat use, time saved, viewer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23055-2539-49E9-B6B1-2C4EB171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956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B85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A72B5-4EF3-4D6E-BEC3-895675C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B850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AE54B-DB4D-4229-AE3C-50D8609D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BF9F6"/>
                </a:solidFill>
                <a:latin typeface="Aptos"/>
                <a:ea typeface="Aptos"/>
                <a:cs typeface="Aptos"/>
              </a:rPr>
              <a:t>Charge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C1069-E126-4F52-A2F4-E89CADCB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Convert the strongest team into a paid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4CD36-C81E-4F68-BF8A-9E964BE4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FBF9F6"/>
                </a:solidFill>
                <a:latin typeface="Aptos"/>
                <a:ea typeface="Aptos"/>
                <a:cs typeface="Aptos"/>
              </a:rPr>
              <a:t>The first success metric is not impressions. It is “I used it again without being asked.”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5B8DC-188A-45BD-9932-5A68B8DA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95FE5-8836-4968-9CF8-B68E3C2D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40886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63B22-455E-486E-A84E-83796A49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36FFC-950E-458D-92D6-3FD07D72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39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Help us prove that</a:t>
            </a:r>
          </a:p>
          <a:p xmlns:a="http://schemas.openxmlformats.org/drawingml/2006/main">
            <a:r>
              <a:rPr sz="39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timing is a product.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1BA58-F833-4777-846B-F603801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We are building the contextual layer for live communication—starting with sales engineers, then expanding anywhere an important point needs to land.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82DF1-58F4-4113-8066-3A66F433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29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B85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87851-DC84-4D54-89F3-9111E0E1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NEXT 90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8A332-FF75-46E0-A37E-B8CD3EE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10 design partners  ·  50 real meetings  ·  first paid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17E06-D496-45BE-A7BF-E525852D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2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STASH LIVE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A0EA7-8D4A-4D41-9E8A-D5598E2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Context, at the moment it matters.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58AA7-EF4F-4B9C-922F-7FB02744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F04C-709B-41D6-8C82-53063290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73967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2026-08-07T12:45:38.3620000Z</dcterms:created>
  <dcterms:modified xsi:type="dcterms:W3CDTF">2026-08-07T12:45:38.3620000Z</dcterms:modified>
</coreProperties>
</file>